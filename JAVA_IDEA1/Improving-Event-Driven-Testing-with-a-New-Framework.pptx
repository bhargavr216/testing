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Improving Event-Driven Testing with a New Framework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Exploring how we test our backend event-driven system—and why we're building a better way forward.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735568"/>
            <a:ext cx="6714649" cy="664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Existing Approach?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90218" y="1910596"/>
            <a:ext cx="4209455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current automation framework uses the following components to validate backend events: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0218" y="3154799"/>
            <a:ext cx="4209455" cy="290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Java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Cucumber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 files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Step definitions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Payload files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queries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Assertions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0218" y="6249710"/>
            <a:ext cx="4209455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It's a comprehensive solution that's served us well, but as our system grows, we're hitting some limitations.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8076" y="2293144"/>
            <a:ext cx="8289608" cy="4626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1505" y="533757"/>
            <a:ext cx="4522351" cy="52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1: How It Works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505" y="1317188"/>
            <a:ext cx="885944" cy="1063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8537" y="1494353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Test Runner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78537" y="1833563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Starts execution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505" y="2380297"/>
            <a:ext cx="885944" cy="1063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537" y="2557463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 File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578537" y="2896672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Reads test scenario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05" y="3443407"/>
            <a:ext cx="885944" cy="1063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78537" y="3620572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Step Definitions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578537" y="3959781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Executes logic</a:t>
            </a:r>
            <a:endParaRPr lang="en-US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505" y="4506516"/>
            <a:ext cx="885944" cy="10631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78537" y="4683681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Event Trigger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578537" y="5022890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Fires event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505" y="5569625"/>
            <a:ext cx="885944" cy="10631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78537" y="5746790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Wait &amp; SQL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2578537" y="6085999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Query database</a:t>
            </a:r>
            <a:endParaRPr lang="en-US" sz="13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505" y="6632734"/>
            <a:ext cx="885944" cy="10631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78537" y="6809899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Assertions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2578537" y="7149108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Validate results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75069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1 Example: DeliveryReportAvailable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757017"/>
            <a:ext cx="20999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Feature File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4348282"/>
            <a:ext cx="209990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Defines scenario: "When delivery report is available, verify data persists correctly"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529132" y="3757017"/>
            <a:ext cx="20999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Step Definitions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529132" y="4348282"/>
            <a:ext cx="209990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Java code triggers event, waits for processing, runs SQL queries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220539" y="3757017"/>
            <a:ext cx="20999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Assertions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20539" y="4348282"/>
            <a:ext cx="20999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 tables for expected data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11010"/>
            <a:ext cx="616779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Problems with Project 1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593777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593777"/>
            <a:ext cx="121920" cy="2184202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8635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Tight Coupling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359110"/>
            <a:ext cx="57267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Automation is tightly connected to application services—if we add a new service with different tables and flows, we must create new feature files and scripts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2593777"/>
            <a:ext cx="6357818" cy="2184202"/>
          </a:xfrm>
          <a:prstGeom prst="roundRect">
            <a:avLst>
              <a:gd name="adj" fmla="val 6698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4378" y="2593777"/>
            <a:ext cx="121920" cy="2184202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7796093" y="28635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Maintenance Burden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96093" y="3359110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new release may require changes in feature files, payloads, step definitions, and SQL queries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5017294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244" y="5017294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13" name="Text 11"/>
          <p:cNvSpPr/>
          <p:nvPr/>
        </p:nvSpPr>
        <p:spPr>
          <a:xfrm>
            <a:off x="1198959" y="52870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Hard to Reuse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98959" y="5782628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Difficult to reuse the framework across multiple applications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434858" y="5017294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4378" y="5017294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7" name="Text 15"/>
          <p:cNvSpPr/>
          <p:nvPr/>
        </p:nvSpPr>
        <p:spPr>
          <a:xfrm>
            <a:off x="7796093" y="52870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Growth Issues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96093" y="5782628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Maintenance becomes difficult as the system grows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693" y="613410"/>
            <a:ext cx="5248632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Project 2?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80693" y="3845362"/>
            <a:ext cx="830437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reusable testing framework where tests are defined using JSON configuration instead of writing new automation scripts.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0693" y="4722019"/>
            <a:ext cx="830437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framework becomes generic and reusable—no need to create new feature files for every service.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6800" y="1814989"/>
            <a:ext cx="4220408" cy="5627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470" y="728067"/>
            <a:ext cx="5195292" cy="598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2: How It Works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12470" y="1672828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2470" y="1995845"/>
            <a:ext cx="6516172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712470" y="2143244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Test Runner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2470" y="2546271"/>
            <a:ext cx="651617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Loads JSON configuration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01639" y="1672828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1639" y="1995845"/>
            <a:ext cx="6516291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7401639" y="2143244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Event Payload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401639" y="2546271"/>
            <a:ext cx="651629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Reads JSON payload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470" y="3173254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2470" y="3496270"/>
            <a:ext cx="6516172" cy="2286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13" name="Text 11"/>
          <p:cNvSpPr/>
          <p:nvPr/>
        </p:nvSpPr>
        <p:spPr>
          <a:xfrm>
            <a:off x="712470" y="3643670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Event Trigger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712470" y="4046696"/>
            <a:ext cx="651617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Fires event to system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1639" y="3173254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1639" y="3496270"/>
            <a:ext cx="6516291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17" name="Text 15"/>
          <p:cNvSpPr/>
          <p:nvPr/>
        </p:nvSpPr>
        <p:spPr>
          <a:xfrm>
            <a:off x="7401639" y="3643670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System Processing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401639" y="4046696"/>
            <a:ext cx="651629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Services process event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2470" y="4673679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2470" y="4996696"/>
            <a:ext cx="6516172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21" name="Text 19"/>
          <p:cNvSpPr/>
          <p:nvPr/>
        </p:nvSpPr>
        <p:spPr>
          <a:xfrm>
            <a:off x="712470" y="5144095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Polling Engine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712470" y="5547122"/>
            <a:ext cx="651617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Waits for DB update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1639" y="4673679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01639" y="4996696"/>
            <a:ext cx="6516291" cy="22860"/>
          </a:xfrm>
          <a:prstGeom prst="rect">
            <a:avLst/>
          </a:prstGeom>
          <a:solidFill>
            <a:srgbClr val="DA33BF"/>
          </a:solidFill>
          <a:ln/>
        </p:spPr>
      </p:sp>
      <p:sp>
        <p:nvSpPr>
          <p:cNvPr id="25" name="Text 23"/>
          <p:cNvSpPr/>
          <p:nvPr/>
        </p:nvSpPr>
        <p:spPr>
          <a:xfrm>
            <a:off x="7401639" y="5144095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Validation Engine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401639" y="5547122"/>
            <a:ext cx="651629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Checks tables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470" y="6174105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2470" y="6497122"/>
            <a:ext cx="6516172" cy="22860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29" name="Text 27"/>
          <p:cNvSpPr/>
          <p:nvPr/>
        </p:nvSpPr>
        <p:spPr>
          <a:xfrm>
            <a:off x="712470" y="6644521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Rules Engine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712470" y="7047548"/>
            <a:ext cx="651617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Validates schema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401639" y="6174105"/>
            <a:ext cx="203478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01639" y="6497122"/>
            <a:ext cx="6516291" cy="22860"/>
          </a:xfrm>
          <a:prstGeom prst="rect">
            <a:avLst/>
          </a:prstGeom>
          <a:solidFill>
            <a:srgbClr val="018CE1"/>
          </a:solidFill>
          <a:ln/>
        </p:spPr>
      </p:sp>
      <p:sp>
        <p:nvSpPr>
          <p:cNvPr id="33" name="Text 31"/>
          <p:cNvSpPr/>
          <p:nvPr/>
        </p:nvSpPr>
        <p:spPr>
          <a:xfrm>
            <a:off x="7401639" y="6644521"/>
            <a:ext cx="239482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Test Report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7401639" y="7047548"/>
            <a:ext cx="6516291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Generates results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6992" y="943927"/>
            <a:ext cx="6142077" cy="513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2: Example Configuration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46992" y="1711881"/>
            <a:ext cx="11336417" cy="5573792"/>
          </a:xfrm>
          <a:prstGeom prst="roundRect">
            <a:avLst>
              <a:gd name="adj" fmla="val 4698"/>
            </a:avLst>
          </a:prstGeom>
          <a:solidFill>
            <a:srgbClr val="E6E6F2"/>
          </a:solidFill>
          <a:ln/>
        </p:spPr>
      </p:sp>
      <p:sp>
        <p:nvSpPr>
          <p:cNvPr id="4" name="Shape 2"/>
          <p:cNvSpPr/>
          <p:nvPr/>
        </p:nvSpPr>
        <p:spPr>
          <a:xfrm>
            <a:off x="1638300" y="1711881"/>
            <a:ext cx="11353800" cy="5573792"/>
          </a:xfrm>
          <a:prstGeom prst="roundRect">
            <a:avLst>
              <a:gd name="adj" fmla="val 470"/>
            </a:avLst>
          </a:prstGeom>
          <a:solidFill>
            <a:srgbClr val="E6E6F2"/>
          </a:solidFill>
          <a:ln/>
        </p:spPr>
      </p:sp>
      <p:sp>
        <p:nvSpPr>
          <p:cNvPr id="5" name="Text 3"/>
          <p:cNvSpPr/>
          <p:nvPr/>
        </p:nvSpPr>
        <p:spPr>
          <a:xfrm>
            <a:off x="1812846" y="1842730"/>
            <a:ext cx="11004709" cy="5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"event": "DeliveryReportAvailable",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"payload": {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"deliveryId": "12345",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"status": "DELIVERED"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"expectedTables": [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"name": "delivery_reports",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"columns": {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"delivery_id": "12345",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"status": "DELIVERED",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"processed_at": "NOT_NULL"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],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"validationRules": {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"mandatoryColumns": ["delivery_id", "status"],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"ignoredColumns": ["created_by", "updated_by"],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"schemaChecks": true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88450"/>
            <a:ext cx="96882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1 vs Project 2: Key Differences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071217"/>
            <a:ext cx="6357818" cy="3269813"/>
          </a:xfrm>
          <a:prstGeom prst="roundRect">
            <a:avLst>
              <a:gd name="adj" fmla="val 10981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9899" y="33333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9899" y="3828931"/>
            <a:ext cx="5833467" cy="224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Java + Cucumber code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Feature files per test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queries in code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Tightly coupled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Service-specific scripts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3071217"/>
            <a:ext cx="6357818" cy="3269813"/>
          </a:xfrm>
          <a:prstGeom prst="roundRect">
            <a:avLst>
              <a:gd name="adj" fmla="val 10981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7033" y="33333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97033" y="3828931"/>
            <a:ext cx="5833467" cy="224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JSON configuration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Reusable across services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Generic validation engine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Loosely coupled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framework, many apps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94034"/>
            <a:ext cx="901124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Improvements &amp; 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76801"/>
            <a:ext cx="6357818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976801"/>
            <a:ext cx="121920" cy="1418153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3246596"/>
            <a:ext cx="305669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Blob Storage Validation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742134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validation for blob storage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7434858" y="2976801"/>
            <a:ext cx="6357818" cy="1418153"/>
          </a:xfrm>
          <a:prstGeom prst="roundRect">
            <a:avLst>
              <a:gd name="adj" fmla="val 10317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4378" y="2976801"/>
            <a:ext cx="121920" cy="1418153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7796093" y="32465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ADF Pipelines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96093" y="3742134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validation for ADF pipelines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37724" y="4634270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7244" y="4634270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3" name="Text 11"/>
          <p:cNvSpPr/>
          <p:nvPr/>
        </p:nvSpPr>
        <p:spPr>
          <a:xfrm>
            <a:off x="1198959" y="49040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 Rules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98959" y="5399603"/>
            <a:ext cx="57267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 custom validation rules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434858" y="4634270"/>
            <a:ext cx="6357818" cy="1801177"/>
          </a:xfrm>
          <a:prstGeom prst="roundRect">
            <a:avLst>
              <a:gd name="adj" fmla="val 8123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4378" y="4634270"/>
            <a:ext cx="121920" cy="1801177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17" name="Text 15"/>
          <p:cNvSpPr/>
          <p:nvPr/>
        </p:nvSpPr>
        <p:spPr>
          <a:xfrm>
            <a:off x="7796093" y="49040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GenAI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96093" y="5399603"/>
            <a:ext cx="57267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GenAI to generate JSON test configurations automatically from test cases or documentation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2026-03-16T07:19:39Z</dcterms:created>
  <dcterms:modified xsi:type="dcterms:W3CDTF">2026-03-16T07:19:39Z</dcterms:modified>
</cp:coreProperties>
</file>